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SNK Factory Modernization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Digital Transformation · MES Dashboard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49440" y="91440"/>
            <a:ext cx="1920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91440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Target</a:t>
            </a:r>
            <a:endParaRPr lang="en-US" sz="10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1,700 B/Set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9669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Defect Loss ทุก Stage ส่งผลให้ Cost/Set สูง  →  Solution: ตรวจจับ · วิเคราะห์ · แก้ไขด้วย AI  →  Goal: ลดต้นทุนสู่ 1,700 บาท/Set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" y="1472184"/>
            <a:ext cx="2816352" cy="3337560"/>
          </a:xfrm>
          <a:prstGeom prst="rect">
            <a:avLst/>
          </a:prstGeom>
          <a:solidFill>
            <a:srgbClr val="D1D5DB">
              <a:alpha val="30000"/>
            </a:srgbClr>
          </a:solidFill>
          <a:ln w="12700">
            <a:solidFill>
              <a:srgbClr val="D1D5D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" y="1435608"/>
            <a:ext cx="281635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" y="1435608"/>
            <a:ext cx="2816352" cy="128016"/>
          </a:xfrm>
          <a:prstGeom prst="rect">
            <a:avLst/>
          </a:prstGeom>
          <a:solidFill>
            <a:srgbClr val="E8930A"/>
          </a:solidFill>
          <a:ln w="12700">
            <a:solidFill>
              <a:srgbClr val="E893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18488"/>
            <a:ext cx="475488" cy="475488"/>
          </a:xfrm>
          <a:prstGeom prst="ellipse">
            <a:avLst/>
          </a:prstGeom>
          <a:solidFill>
            <a:srgbClr val="E8930A"/>
          </a:solidFill>
          <a:ln w="12700">
            <a:solidFill>
              <a:srgbClr val="E893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16184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9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1801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Watchdog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3464" y="21488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" y="2404872"/>
            <a:ext cx="25603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569464"/>
            <a:ext cx="82296" cy="82296"/>
          </a:xfrm>
          <a:prstGeom prst="ellipse">
            <a:avLst/>
          </a:prstGeom>
          <a:solidFill>
            <a:srgbClr val="E8930A"/>
          </a:solidFill>
          <a:ln w="12700">
            <a:solidFill>
              <a:srgbClr val="E893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" y="24871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ดึงข้อมูล Defect จาก QR-Code Server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044952"/>
            <a:ext cx="82296" cy="82296"/>
          </a:xfrm>
          <a:prstGeom prst="ellipse">
            <a:avLst/>
          </a:prstGeom>
          <a:solidFill>
            <a:srgbClr val="E8930A"/>
          </a:solidFill>
          <a:ln w="12700">
            <a:solidFill>
              <a:srgbClr val="E893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" y="29626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ตรวจจับอัตรา Defect ทุก Shift / Stage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520440"/>
            <a:ext cx="82296" cy="82296"/>
          </a:xfrm>
          <a:prstGeom prst="ellipse">
            <a:avLst/>
          </a:prstGeom>
          <a:solidFill>
            <a:srgbClr val="E8930A"/>
          </a:solidFill>
          <a:ln w="12700">
            <a:solidFill>
              <a:srgbClr val="E893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" y="34381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 Alarm ทันทีเมื่อเกิน Threshold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" y="4279392"/>
            <a:ext cx="256032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893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" y="4279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รู้ทันที  ·  ที่ไหน  ·  เกิดอะไร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18688" y="1472184"/>
            <a:ext cx="2816352" cy="3337560"/>
          </a:xfrm>
          <a:prstGeom prst="rect">
            <a:avLst/>
          </a:prstGeom>
          <a:solidFill>
            <a:srgbClr val="D1D5DB">
              <a:alpha val="30000"/>
            </a:srgbClr>
          </a:solidFill>
          <a:ln w="12700">
            <a:solidFill>
              <a:srgbClr val="D1D5DB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82112" y="1435608"/>
            <a:ext cx="281635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82112" y="1435608"/>
            <a:ext cx="2816352" cy="128016"/>
          </a:xfrm>
          <a:prstGeom prst="rect">
            <a:avLst/>
          </a:prstGeom>
          <a:solidFill>
            <a:srgbClr val="1A5FB4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46704" y="1618488"/>
            <a:ext cx="475488" cy="475488"/>
          </a:xfrm>
          <a:prstGeom prst="ellipse">
            <a:avLst/>
          </a:prstGeom>
          <a:solidFill>
            <a:srgbClr val="1A5FB4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46704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895344" y="16184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95344" y="1801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Analysis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310128" y="21488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Intelligence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10128" y="2404872"/>
            <a:ext cx="25603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46704" y="2569464"/>
            <a:ext cx="82296" cy="82296"/>
          </a:xfrm>
          <a:prstGeom prst="ellipse">
            <a:avLst/>
          </a:prstGeom>
          <a:solidFill>
            <a:srgbClr val="1A5FB4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24871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รวบรวม Slip Parameter + Casting Machine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46704" y="3044952"/>
            <a:ext cx="82296" cy="82296"/>
          </a:xfrm>
          <a:prstGeom prst="ellipse">
            <a:avLst/>
          </a:prstGeom>
          <a:solidFill>
            <a:srgbClr val="1A5FB4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29626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วิเคราะห์ Correlation · UCL/LCL ทุก Param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46704" y="3520440"/>
            <a:ext cx="82296" cy="82296"/>
          </a:xfrm>
          <a:prstGeom prst="ellipse">
            <a:avLst/>
          </a:prstGeom>
          <a:solidFill>
            <a:srgbClr val="1A5FB4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34381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ระบุ Root Cause อัตโนมัติ (Rule-based)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10128" y="4279392"/>
            <a:ext cx="2560320" cy="365760"/>
          </a:xfrm>
          <a:prstGeom prst="rect">
            <a:avLst/>
          </a:prstGeom>
          <a:solidFill>
            <a:srgbClr val="DBEAFE"/>
          </a:solidFill>
          <a:ln w="9525">
            <a:solidFill>
              <a:srgbClr val="1A5F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4279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รู้สาเหตุ  ·  Parameter ไหน  →  Defect อะไร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45352" y="1472184"/>
            <a:ext cx="2816352" cy="3337560"/>
          </a:xfrm>
          <a:prstGeom prst="rect">
            <a:avLst/>
          </a:prstGeom>
          <a:solidFill>
            <a:srgbClr val="D1D5DB">
              <a:alpha val="30000"/>
            </a:srgbClr>
          </a:solidFill>
          <a:ln w="12700">
            <a:solidFill>
              <a:srgbClr val="D1D5DB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08776" y="1435608"/>
            <a:ext cx="281635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08776" y="1435608"/>
            <a:ext cx="2816352" cy="12801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73368" y="1618488"/>
            <a:ext cx="475488" cy="47548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73368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922008" y="16184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22008" y="1801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336792" y="21488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36792" y="2404872"/>
            <a:ext cx="25603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73368" y="2569464"/>
            <a:ext cx="82296" cy="8229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9672" y="24871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สรุปข้อมูล Defect + Parameter ทุก Shift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73368" y="3044952"/>
            <a:ext cx="82296" cy="8229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19672" y="29626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แนะนำแนวทางแก้ไข + Confidence Score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73368" y="3520440"/>
            <a:ext cx="82296" cy="8229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19672" y="34381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ช่วย Production Manager ตัดสินใจ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36792" y="4279392"/>
            <a:ext cx="2560320" cy="365760"/>
          </a:xfrm>
          <a:prstGeom prst="rect">
            <a:avLst/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36792" y="4279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แก้ได้เร็ว  ·  AI Suggest  →  Human Decide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976372" y="292150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6003036" y="292150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by:   IOT Data  →  Digital Twin  →  MES Platform  →  Generative AI  →  Agentic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SNK MES · Kla &amp; Claude · 9 Weeks to Production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040880" y="109728"/>
            <a:ext cx="17830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10972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Weeks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868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/ Deliverable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57400" y="8686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43784" y="8686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30168" y="8686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16552" y="8686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02936" y="8686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8686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75704" y="8686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62088" y="8686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48472" y="8686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1170432"/>
            <a:ext cx="64008" cy="868680"/>
          </a:xfrm>
          <a:prstGeom prst="rect">
            <a:avLst/>
          </a:prstGeom>
          <a:solidFill>
            <a:srgbClr val="E8930A"/>
          </a:solidFill>
          <a:ln w="12700">
            <a:solidFill>
              <a:srgbClr val="E893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" y="1280160"/>
            <a:ext cx="19019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Watchdog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57400" y="117043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43784" y="117043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30168" y="117043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16552" y="117043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02936" y="117043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117043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75704" y="117043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62088" y="117043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48472" y="117043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34856" y="117043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12264" y="1389888"/>
            <a:ext cx="1463040" cy="347472"/>
          </a:xfrm>
          <a:prstGeom prst="rect">
            <a:avLst/>
          </a:prstGeom>
          <a:solidFill>
            <a:srgbClr val="FEF3C7"/>
          </a:solidFill>
          <a:ln w="15240">
            <a:solidFill>
              <a:srgbClr val="E893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67128" y="139903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API · Alarm · Dashboard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12264" y="17556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89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W3: Live Alert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2039112"/>
            <a:ext cx="914400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039112"/>
            <a:ext cx="64008" cy="868680"/>
          </a:xfrm>
          <a:prstGeom prst="rect">
            <a:avLst/>
          </a:prstGeom>
          <a:solidFill>
            <a:srgbClr val="1A5FB4"/>
          </a:solidFill>
          <a:ln w="12700">
            <a:solidFill>
              <a:srgbClr val="1A5F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8016" y="2148840"/>
            <a:ext cx="19019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Analysis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057400" y="203911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43784" y="203911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30168" y="203911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16552" y="203911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02936" y="203911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9320" y="203911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75704" y="203911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62088" y="203911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48472" y="203911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34856" y="203911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85032" y="2258568"/>
            <a:ext cx="2249424" cy="347472"/>
          </a:xfrm>
          <a:prstGeom prst="rect">
            <a:avLst/>
          </a:prstGeom>
          <a:solidFill>
            <a:srgbClr val="DBEAFE"/>
          </a:solidFill>
          <a:ln w="15240">
            <a:solidFill>
              <a:srgbClr val="1A5FB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39896" y="2267712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· Analysis · Root Cause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85032" y="262432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5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W6: Insight Ready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2907792"/>
            <a:ext cx="64008" cy="8686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8016" y="3017520"/>
            <a:ext cx="19019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057400" y="290779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43784" y="290779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30168" y="290779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16552" y="290779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02936" y="290779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89320" y="290779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75704" y="290779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62088" y="290779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48472" y="290779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34856" y="290779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44184" y="3127248"/>
            <a:ext cx="1463040" cy="347472"/>
          </a:xfrm>
          <a:prstGeom prst="rect">
            <a:avLst/>
          </a:prstGeom>
          <a:solidFill>
            <a:srgbClr val="EDE9FE"/>
          </a:solidFill>
          <a:ln w="15240">
            <a:solidFill>
              <a:srgbClr val="6D28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99048" y="313639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· Suggest · Decision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044184" y="3493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W8: AI Online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3776472"/>
            <a:ext cx="914400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0" y="3776472"/>
            <a:ext cx="64008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28016" y="3886200"/>
            <a:ext cx="19019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Buffer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057400" y="377647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43784" y="377647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30168" y="377647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416552" y="377647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202936" y="377647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89320" y="377647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775704" y="377647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562088" y="377647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348472" y="377647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134856" y="3776472"/>
            <a:ext cx="0" cy="8686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616952" y="3995928"/>
            <a:ext cx="676656" cy="347472"/>
          </a:xfrm>
          <a:prstGeom prst="rect">
            <a:avLst/>
          </a:prstGeom>
          <a:solidFill>
            <a:srgbClr val="DCFCE7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71816" y="40050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Fix · Production Deploy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7616952" y="436168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W9: Ship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0" y="2039112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0" y="2907792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0" y="3776472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0" y="4690872"/>
            <a:ext cx="9144000" cy="310896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" y="47274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one-pd MES Dashboard (Web App) รัน parallel ทุก Phase — เห็น Dashboard จริงครั้งแรก W3 · Chart + Insight W6 · Full System W8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SNK Factory Modernization · Confidential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SNK MES Digital Transformation</dc:title>
  <dc:subject>PptxGenJS Presentation</dc:subject>
  <dc:creator>PptxGenJS</dc:creator>
  <cp:lastModifiedBy>PptxGenJS</cp:lastModifiedBy>
  <cp:revision>1</cp:revision>
  <dcterms:created xsi:type="dcterms:W3CDTF">2026-06-05T09:16:33Z</dcterms:created>
  <dcterms:modified xsi:type="dcterms:W3CDTF">2026-06-05T09:16:33Z</dcterms:modified>
</cp:coreProperties>
</file>